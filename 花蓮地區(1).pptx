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21D14-EC95-4E5F-9139-AB73F2AD64D4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9BF4-CCDA-4483-91BD-E5F313F908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02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E36D0-1B2F-41BA-B022-51C57561FE0B}" type="slidenum">
              <a:rPr kumimoji="0" lang="zh-TW" alt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07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13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56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2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12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7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4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25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1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46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545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94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99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1641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1625600" y="1173163"/>
            <a:ext cx="9702800" cy="4927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4153296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D1D6-D52A-4D41-A894-4910E637779A}" type="datetimeFigureOut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0">
            <a:extLst>
              <a:ext uri="{FF2B5EF4-FFF2-40B4-BE49-F238E27FC236}">
                <a16:creationId xmlns:a16="http://schemas.microsoft.com/office/drawing/2014/main" id="{250EEA5F-EAEE-46DF-B622-E91550EA9E0A}"/>
              </a:ext>
            </a:extLst>
          </p:cNvPr>
          <p:cNvSpPr txBox="1">
            <a:spLocks/>
          </p:cNvSpPr>
          <p:nvPr/>
        </p:nvSpPr>
        <p:spPr>
          <a:xfrm>
            <a:off x="310285" y="165018"/>
            <a:ext cx="6172200" cy="479822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zh-TW" sz="2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(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花蓮與吉安</a:t>
            </a: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)</a:t>
            </a:r>
            <a:endParaRPr kumimoji="0" lang="zh-TW" altLang="en-US" sz="2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新造新" panose="020B0609010101010101" pitchFamily="49" charset="-120"/>
            </a:endParaRPr>
          </a:p>
        </p:txBody>
      </p:sp>
      <p:graphicFrame>
        <p:nvGraphicFramePr>
          <p:cNvPr id="5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152602"/>
              </p:ext>
            </p:extLst>
          </p:nvPr>
        </p:nvGraphicFramePr>
        <p:xfrm>
          <a:off x="310284" y="572334"/>
          <a:ext cx="11714077" cy="583064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78687">
                  <a:extLst>
                    <a:ext uri="{9D8B030D-6E8A-4147-A177-3AD203B41FA5}">
                      <a16:colId xmlns:a16="http://schemas.microsoft.com/office/drawing/2014/main" val="462600346"/>
                    </a:ext>
                  </a:extLst>
                </a:gridCol>
                <a:gridCol w="925405">
                  <a:extLst>
                    <a:ext uri="{9D8B030D-6E8A-4147-A177-3AD203B41FA5}">
                      <a16:colId xmlns:a16="http://schemas.microsoft.com/office/drawing/2014/main" val="3488823732"/>
                    </a:ext>
                  </a:extLst>
                </a:gridCol>
                <a:gridCol w="538374">
                  <a:extLst>
                    <a:ext uri="{9D8B030D-6E8A-4147-A177-3AD203B41FA5}">
                      <a16:colId xmlns:a16="http://schemas.microsoft.com/office/drawing/2014/main" val="1408834963"/>
                    </a:ext>
                  </a:extLst>
                </a:gridCol>
                <a:gridCol w="1588902">
                  <a:extLst>
                    <a:ext uri="{9D8B030D-6E8A-4147-A177-3AD203B41FA5}">
                      <a16:colId xmlns:a16="http://schemas.microsoft.com/office/drawing/2014/main" val="805301024"/>
                    </a:ext>
                  </a:extLst>
                </a:gridCol>
                <a:gridCol w="1565000">
                  <a:extLst>
                    <a:ext uri="{9D8B030D-6E8A-4147-A177-3AD203B41FA5}">
                      <a16:colId xmlns:a16="http://schemas.microsoft.com/office/drawing/2014/main" val="1635948814"/>
                    </a:ext>
                  </a:extLst>
                </a:gridCol>
                <a:gridCol w="1683362">
                  <a:extLst>
                    <a:ext uri="{9D8B030D-6E8A-4147-A177-3AD203B41FA5}">
                      <a16:colId xmlns:a16="http://schemas.microsoft.com/office/drawing/2014/main" val="2716375029"/>
                    </a:ext>
                  </a:extLst>
                </a:gridCol>
                <a:gridCol w="1611449">
                  <a:extLst>
                    <a:ext uri="{9D8B030D-6E8A-4147-A177-3AD203B41FA5}">
                      <a16:colId xmlns:a16="http://schemas.microsoft.com/office/drawing/2014/main" val="2835601013"/>
                    </a:ext>
                  </a:extLst>
                </a:gridCol>
                <a:gridCol w="1611449">
                  <a:extLst>
                    <a:ext uri="{9D8B030D-6E8A-4147-A177-3AD203B41FA5}">
                      <a16:colId xmlns:a16="http://schemas.microsoft.com/office/drawing/2014/main" val="313055658"/>
                    </a:ext>
                  </a:extLst>
                </a:gridCol>
                <a:gridCol w="1611449">
                  <a:extLst>
                    <a:ext uri="{9D8B030D-6E8A-4147-A177-3AD203B41FA5}">
                      <a16:colId xmlns:a16="http://schemas.microsoft.com/office/drawing/2014/main" val="2458911595"/>
                    </a:ext>
                  </a:extLst>
                </a:gridCol>
              </a:tblGrid>
              <a:tr h="639504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設備項目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//</a:t>
                      </a: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廠別  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亞東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美崙廠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台泥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鳳勝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友正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長雄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定穎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905213682"/>
                  </a:ext>
                </a:extLst>
              </a:tr>
              <a:tr h="424323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 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套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zh-TW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 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2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 m3 × 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193419023"/>
                  </a:ext>
                </a:extLst>
              </a:tr>
              <a:tr h="32874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設計產能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en-US" altLang="zh-TW" sz="17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1" lang="en-US" altLang="zh-TW" sz="17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270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80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653864738"/>
                  </a:ext>
                </a:extLst>
              </a:tr>
              <a:tr h="3287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114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年銷售量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米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63931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(</a:t>
                      </a:r>
                      <a:r>
                        <a:rPr kumimoji="1" lang="zh-TW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鳯勝代工</a:t>
                      </a: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70000+44728(</a:t>
                      </a:r>
                      <a:r>
                        <a:rPr kumimoji="1" lang="zh-TW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代工</a:t>
                      </a:r>
                      <a:r>
                        <a:rPr kumimoji="1" lang="en-US" altLang="zh-TW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30000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72270918"/>
                  </a:ext>
                </a:extLst>
              </a:tr>
              <a:tr h="328740">
                <a:tc rowSpan="1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人力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現況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生產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操作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37537935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機修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43633238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15925440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7107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6970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品管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品管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43216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kumimoji="1" lang="zh-TW" altLang="en-US" sz="1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4564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65706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調度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55191178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車管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78194260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709716713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合計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67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744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194</Words>
  <Application>Microsoft Office PowerPoint</Application>
  <PresentationFormat>寬螢幕</PresentationFormat>
  <Paragraphs>124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Microsoft YaHei</vt:lpstr>
      <vt:lpstr>微軟正黑體</vt:lpstr>
      <vt:lpstr>Arial</vt:lpstr>
      <vt:lpstr>Calibri</vt:lpstr>
      <vt:lpstr>Calibri Light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劉建邦襄理</dc:creator>
  <cp:lastModifiedBy>劉建邦襄理</cp:lastModifiedBy>
  <cp:revision>22</cp:revision>
  <dcterms:created xsi:type="dcterms:W3CDTF">2026-06-04T05:40:21Z</dcterms:created>
  <dcterms:modified xsi:type="dcterms:W3CDTF">2026-06-08T03:55:20Z</dcterms:modified>
</cp:coreProperties>
</file>